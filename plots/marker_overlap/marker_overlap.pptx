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EDAF"/>
    <a:srgbClr val="E0AC6F"/>
    <a:srgbClr val="D17D7F"/>
    <a:srgbClr val="EFDA5F"/>
    <a:srgbClr val="F7ECAF"/>
    <a:srgbClr val="C45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5C07F9-1523-47B3-B4AC-368839789AC1}" v="5" dt="2026-01-13T20:37:42.6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58" d="100"/>
          <a:sy n="58" d="100"/>
        </p:scale>
        <p:origin x="90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SS, ETHAN (PGR)" userId="64022231-9dc0-4c9d-8854-6af795d8551c" providerId="ADAL" clId="{7CE17A3D-310D-4F3D-A278-8CD8D135CCC9}"/>
    <pc:docChg chg="undo custSel modSld">
      <pc:chgData name="ROSS, ETHAN (PGR)" userId="64022231-9dc0-4c9d-8854-6af795d8551c" providerId="ADAL" clId="{7CE17A3D-310D-4F3D-A278-8CD8D135CCC9}" dt="2025-10-13T08:22:11.932" v="132" actId="1076"/>
      <pc:docMkLst>
        <pc:docMk/>
      </pc:docMkLst>
      <pc:sldChg chg="addSp modSp mod">
        <pc:chgData name="ROSS, ETHAN (PGR)" userId="64022231-9dc0-4c9d-8854-6af795d8551c" providerId="ADAL" clId="{7CE17A3D-310D-4F3D-A278-8CD8D135CCC9}" dt="2025-10-13T08:22:11.932" v="132" actId="1076"/>
        <pc:sldMkLst>
          <pc:docMk/>
          <pc:sldMk cId="1955097304" sldId="256"/>
        </pc:sldMkLst>
      </pc:sldChg>
    </pc:docChg>
  </pc:docChgLst>
  <pc:docChgLst>
    <pc:chgData name="ROSS, ETHAN (PGR)" userId="64022231-9dc0-4c9d-8854-6af795d8551c" providerId="ADAL" clId="{3417C152-B8A4-469A-95C9-0E070E3595C8}"/>
    <pc:docChg chg="undo custSel modSld">
      <pc:chgData name="ROSS, ETHAN (PGR)" userId="64022231-9dc0-4c9d-8854-6af795d8551c" providerId="ADAL" clId="{3417C152-B8A4-469A-95C9-0E070E3595C8}" dt="2025-07-02T16:28:59.439" v="445" actId="1076"/>
      <pc:docMkLst>
        <pc:docMk/>
      </pc:docMkLst>
      <pc:sldChg chg="addSp delSp modSp mod">
        <pc:chgData name="ROSS, ETHAN (PGR)" userId="64022231-9dc0-4c9d-8854-6af795d8551c" providerId="ADAL" clId="{3417C152-B8A4-469A-95C9-0E070E3595C8}" dt="2025-07-02T16:28:59.439" v="445" actId="1076"/>
        <pc:sldMkLst>
          <pc:docMk/>
          <pc:sldMk cId="1955097304" sldId="256"/>
        </pc:sldMkLst>
      </pc:sldChg>
    </pc:docChg>
  </pc:docChgLst>
  <pc:docChgLst>
    <pc:chgData name="ROSS, ETHAN (PGR)" userId="64022231-9dc0-4c9d-8854-6af795d8551c" providerId="ADAL" clId="{EF5C07F9-1523-47B3-B4AC-368839789AC1}"/>
    <pc:docChg chg="undo custSel addSld modSld">
      <pc:chgData name="ROSS, ETHAN (PGR)" userId="64022231-9dc0-4c9d-8854-6af795d8551c" providerId="ADAL" clId="{EF5C07F9-1523-47B3-B4AC-368839789AC1}" dt="2026-01-13T20:38:52.264" v="22" actId="207"/>
      <pc:docMkLst>
        <pc:docMk/>
      </pc:docMkLst>
      <pc:sldChg chg="addSp delSp modSp new mod">
        <pc:chgData name="ROSS, ETHAN (PGR)" userId="64022231-9dc0-4c9d-8854-6af795d8551c" providerId="ADAL" clId="{EF5C07F9-1523-47B3-B4AC-368839789AC1}" dt="2026-01-13T20:38:52.264" v="22" actId="207"/>
        <pc:sldMkLst>
          <pc:docMk/>
          <pc:sldMk cId="1383120718" sldId="257"/>
        </pc:sldMkLst>
        <pc:spChg chg="del">
          <ac:chgData name="ROSS, ETHAN (PGR)" userId="64022231-9dc0-4c9d-8854-6af795d8551c" providerId="ADAL" clId="{EF5C07F9-1523-47B3-B4AC-368839789AC1}" dt="2026-01-13T20:37:28.808" v="3" actId="478"/>
          <ac:spMkLst>
            <pc:docMk/>
            <pc:sldMk cId="1383120718" sldId="257"/>
            <ac:spMk id="2" creationId="{27EC1917-31BF-86A9-F468-8B78D32FE4FB}"/>
          </ac:spMkLst>
        </pc:spChg>
        <pc:spChg chg="del">
          <ac:chgData name="ROSS, ETHAN (PGR)" userId="64022231-9dc0-4c9d-8854-6af795d8551c" providerId="ADAL" clId="{EF5C07F9-1523-47B3-B4AC-368839789AC1}" dt="2026-01-13T20:37:31.458" v="4" actId="478"/>
          <ac:spMkLst>
            <pc:docMk/>
            <pc:sldMk cId="1383120718" sldId="257"/>
            <ac:spMk id="3" creationId="{1613B888-BA10-A8DC-86D4-750EEFA32FB5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8" creationId="{4B32DAAF-A362-2330-E908-84E551841BA3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11" creationId="{D766189E-D0EC-3248-456B-F6E09375549F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12" creationId="{6534E083-5ABA-7148-ECBA-EFA8A960AAC8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13" creationId="{0F94191B-FF4D-C29F-4258-053BDE8CE898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16" creationId="{2BF9EC8E-88F6-88C8-DFF6-DD836D9E1154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18" creationId="{8447A7A2-8E5C-4CD3-7BA2-A0A43CD25D9A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19" creationId="{31EF53AE-A2D0-62EF-5604-43B05554EDE3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24" creationId="{CD1E7D50-F690-4A3B-9A08-882B86F75327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25" creationId="{8F38B492-675A-239C-A0D1-99DB528599D9}"/>
          </ac:spMkLst>
        </pc:spChg>
        <pc:spChg chg="add mod">
          <ac:chgData name="ROSS, ETHAN (PGR)" userId="64022231-9dc0-4c9d-8854-6af795d8551c" providerId="ADAL" clId="{EF5C07F9-1523-47B3-B4AC-368839789AC1}" dt="2026-01-13T20:37:20.941" v="1"/>
          <ac:spMkLst>
            <pc:docMk/>
            <pc:sldMk cId="1383120718" sldId="257"/>
            <ac:spMk id="29" creationId="{B798115E-B7C0-F416-7E7B-2D5D5C2F0C7C}"/>
          </ac:spMkLst>
        </pc:spChg>
        <pc:spChg chg="add mod">
          <ac:chgData name="ROSS, ETHAN (PGR)" userId="64022231-9dc0-4c9d-8854-6af795d8551c" providerId="ADAL" clId="{EF5C07F9-1523-47B3-B4AC-368839789AC1}" dt="2026-01-13T20:38:52.264" v="22" actId="207"/>
          <ac:spMkLst>
            <pc:docMk/>
            <pc:sldMk cId="1383120718" sldId="257"/>
            <ac:spMk id="34" creationId="{78A7F099-E658-29F7-DC5E-D37CAC469CCF}"/>
          </ac:spMkLst>
        </pc:spChg>
        <pc:spChg chg="add mod">
          <ac:chgData name="ROSS, ETHAN (PGR)" userId="64022231-9dc0-4c9d-8854-6af795d8551c" providerId="ADAL" clId="{EF5C07F9-1523-47B3-B4AC-368839789AC1}" dt="2026-01-13T20:38:33.237" v="19" actId="207"/>
          <ac:spMkLst>
            <pc:docMk/>
            <pc:sldMk cId="1383120718" sldId="257"/>
            <ac:spMk id="35" creationId="{5194FF49-8B47-DE91-3CC4-5236BBB91F81}"/>
          </ac:spMkLst>
        </pc:spChg>
        <pc:spChg chg="add mod">
          <ac:chgData name="ROSS, ETHAN (PGR)" userId="64022231-9dc0-4c9d-8854-6af795d8551c" providerId="ADAL" clId="{EF5C07F9-1523-47B3-B4AC-368839789AC1}" dt="2026-01-13T20:38:09.477" v="17" actId="207"/>
          <ac:spMkLst>
            <pc:docMk/>
            <pc:sldMk cId="1383120718" sldId="257"/>
            <ac:spMk id="36" creationId="{231EE5BE-B5A3-D638-DE47-7B149BB3F35C}"/>
          </ac:spMkLst>
        </pc:spChg>
        <pc:picChg chg="add">
          <ac:chgData name="ROSS, ETHAN (PGR)" userId="64022231-9dc0-4c9d-8854-6af795d8551c" providerId="ADAL" clId="{EF5C07F9-1523-47B3-B4AC-368839789AC1}" dt="2026-01-13T20:37:26.072" v="2"/>
          <ac:picMkLst>
            <pc:docMk/>
            <pc:sldMk cId="1383120718" sldId="257"/>
            <ac:picMk id="33" creationId="{B149864C-F704-44F7-E115-E51B7FBA80A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89C84-F2E5-043A-A151-0099F68658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8A5F6E-6F31-FAE7-A8F4-9298282FC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70B78-8969-3A94-77DF-7FE537B42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8EF31-84DC-C22F-2A4B-80762342D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10A52-FFAF-1F4A-ED91-380368918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935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DB9E-0F4C-1A25-B763-023F2D52A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74159-2DF5-CAA2-D66F-323E8F393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5BE20-3592-031F-5752-4C64E42DA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0F6A-497F-25D6-D8CA-BA6D02752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C8ECF-E83D-9C36-1C59-EDD1AEFE2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753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6D013-19C0-FD24-918E-F848A3B61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4B61BF-566D-88F7-B0FC-1D378FD8E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E8A5D-5119-D4F2-B82E-C7EDCDD4D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9CAA2-0F99-B9C4-FBB2-3CB86DCFD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6BED0-1683-6D7F-B9CC-0C32FA2A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5462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55FA2-D576-C023-4D1E-F30BAE827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D1411-6C6D-CB64-0118-1BEAA0EB0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4D2D1B-876C-4E74-BEEB-69A549051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63119F-BD07-DA08-0DE9-78C4D82BD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D3744F-7F84-14CD-6374-3F1D7E53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9E57F-9830-05DF-F28F-E715DD905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25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5344A-17E4-09A6-3773-53B5F53ED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758AEE-44EB-CA73-A1BB-5EF8BF71C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B74AD-C6FC-410B-A99A-F7331A20DD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55B8D0-C86E-9D99-ED32-66A1A695C1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69C43F-73E7-118B-5C64-AF5A888481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D6A2F1-E616-E0DE-1695-071BB5839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A4A015-C140-F782-C632-27A1ABB8F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7C59F4-BF70-C5EF-5003-2A77731B7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7888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83D16-3633-FC47-F4AF-1BBCD848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11FD06-B38B-6F68-3766-64C934EAE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D7CDA0-184F-4C7C-D60E-3342235EA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6C50DB-6B82-1149-1527-EBE5D8309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218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89D5A-AC6B-794E-93F9-E1AC670AB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5FFB27-350F-3661-CC0C-FCA24A8C0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2D829-5268-D2A2-0F80-8D167416A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326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59DF7-6793-0209-4B7F-F6CEF64E1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44300-B1C9-DFFF-9423-08CC21277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C3F6-6B17-7FEF-57BC-57998F77B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7F3FB1-C67C-B1FD-3AB9-10DC7C7CD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C9943B-289C-40E4-8A1B-E254318A7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56BC44-7097-6B30-4065-C5AE10F55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0871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A7FD-A9DA-FF87-BA71-FFE4B7FCA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58307-11F1-A367-4E2B-551D661B9D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68253B-F3AD-0892-7048-A93AD9CF06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9C128-181D-7919-9743-F610AD2D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B878D-628E-CB98-C78B-243265884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B2780-DA51-0E4F-4427-C1A6CD354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624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9C63F-08EC-ABF0-5BD2-874B72829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F0CEDE-FBCC-BDAD-1FB0-2953B7D3A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B9199-B693-83A3-1E0A-58C22E71F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4420F-5968-C8BD-EEE7-027654F3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AABEE-D921-0259-A7F6-B3736A8A7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06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AAAF3E-9D06-A266-E286-FB9C5FFF9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10A0E-D290-DDD6-4662-3EE413128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3B1DA-01EA-C1CC-C089-A4D90D700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BAFD0-9E8F-7A97-AC2C-9C51EF467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3BD011-E19A-BAF9-A65D-C6DA62205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97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3BA259-028B-0066-8C1B-5537D4787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39F970-97F8-D834-3155-4AD3365807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D6FA2-5028-FF02-EC76-9B66364F6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EEFF7E-8984-41A6-9A89-C13D28A213C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93CE7-D211-DC5B-21C5-2264112EE7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BABF1-D26B-49F3-281E-4B14AAB55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D1E8-34EE-45A9-AC71-C3C50A74C8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5547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653769E9-E545-B439-47F4-2CF7D8F68BF0}"/>
              </a:ext>
            </a:extLst>
          </p:cNvPr>
          <p:cNvSpPr/>
          <p:nvPr/>
        </p:nvSpPr>
        <p:spPr>
          <a:xfrm>
            <a:off x="4353805" y="218175"/>
            <a:ext cx="6473375" cy="6473375"/>
          </a:xfrm>
          <a:prstGeom prst="ellipse">
            <a:avLst/>
          </a:prstGeom>
          <a:solidFill>
            <a:srgbClr val="D17D7F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 Nova" panose="020B05040202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81F467E-1A2A-4D13-BFFC-A12B2E4ABBC1}"/>
              </a:ext>
            </a:extLst>
          </p:cNvPr>
          <p:cNvSpPr/>
          <p:nvPr/>
        </p:nvSpPr>
        <p:spPr>
          <a:xfrm>
            <a:off x="2114602" y="218175"/>
            <a:ext cx="6473375" cy="6473375"/>
          </a:xfrm>
          <a:prstGeom prst="ellipse">
            <a:avLst/>
          </a:prstGeom>
          <a:solidFill>
            <a:srgbClr val="EFDA5F">
              <a:alpha val="49804"/>
            </a:srgb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 Nova" panose="020B05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9849E5-6A0B-F31E-CE38-B42987DCDEFE}"/>
              </a:ext>
            </a:extLst>
          </p:cNvPr>
          <p:cNvSpPr txBox="1"/>
          <p:nvPr/>
        </p:nvSpPr>
        <p:spPr>
          <a:xfrm>
            <a:off x="7357903" y="2491631"/>
            <a:ext cx="11911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Ciliata mustela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FF95C1-570C-E0E6-C273-BE2F4CAA8BA0}"/>
              </a:ext>
            </a:extLst>
          </p:cNvPr>
          <p:cNvSpPr txBox="1"/>
          <p:nvPr/>
        </p:nvSpPr>
        <p:spPr>
          <a:xfrm>
            <a:off x="2635231" y="2482110"/>
            <a:ext cx="13809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Clupea harengus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4966DC-7402-6FC2-8F91-8151DA62954B}"/>
              </a:ext>
            </a:extLst>
          </p:cNvPr>
          <p:cNvSpPr txBox="1"/>
          <p:nvPr/>
        </p:nvSpPr>
        <p:spPr>
          <a:xfrm>
            <a:off x="7071342" y="3529697"/>
            <a:ext cx="16563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Ctenolabrus rupestris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28FF4C-0FEA-C5FD-45BA-375C431CE85A}"/>
              </a:ext>
            </a:extLst>
          </p:cNvPr>
          <p:cNvSpPr txBox="1"/>
          <p:nvPr/>
        </p:nvSpPr>
        <p:spPr>
          <a:xfrm>
            <a:off x="5267012" y="1381766"/>
            <a:ext cx="20204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Pomatoschistus flavescens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E17D9A-229F-7FA1-BE1F-670A5D828E52}"/>
              </a:ext>
            </a:extLst>
          </p:cNvPr>
          <p:cNvSpPr txBox="1"/>
          <p:nvPr/>
        </p:nvSpPr>
        <p:spPr>
          <a:xfrm>
            <a:off x="4225921" y="417290"/>
            <a:ext cx="11725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Labrus bergylta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D02010-8EC2-1744-A04A-F69E0D704B39}"/>
              </a:ext>
            </a:extLst>
          </p:cNvPr>
          <p:cNvSpPr txBox="1"/>
          <p:nvPr/>
        </p:nvSpPr>
        <p:spPr>
          <a:xfrm>
            <a:off x="3693249" y="5579341"/>
            <a:ext cx="15737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Merlangius merlangus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86061A-0DF1-4D81-322D-DA36A1837572}"/>
              </a:ext>
            </a:extLst>
          </p:cNvPr>
          <p:cNvSpPr txBox="1"/>
          <p:nvPr/>
        </p:nvSpPr>
        <p:spPr>
          <a:xfrm>
            <a:off x="2303058" y="3514520"/>
            <a:ext cx="20367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Myoxocephalus scorpius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A562D6-A8DC-21A6-74CF-D226F92DD7EB}"/>
              </a:ext>
            </a:extLst>
          </p:cNvPr>
          <p:cNvSpPr txBox="1"/>
          <p:nvPr/>
        </p:nvSpPr>
        <p:spPr>
          <a:xfrm>
            <a:off x="3051123" y="1449700"/>
            <a:ext cx="15630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Pollachius pollachius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6C8DDB-EBE8-35CA-B06D-7D600F755658}"/>
              </a:ext>
            </a:extLst>
          </p:cNvPr>
          <p:cNvSpPr txBox="1"/>
          <p:nvPr/>
        </p:nvSpPr>
        <p:spPr>
          <a:xfrm>
            <a:off x="2954100" y="4546930"/>
            <a:ext cx="13809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Spinachia spinachia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1B2BC1-76A1-9C20-2C20-82ABCD9A5D5C}"/>
              </a:ext>
            </a:extLst>
          </p:cNvPr>
          <p:cNvSpPr txBox="1"/>
          <p:nvPr/>
        </p:nvSpPr>
        <p:spPr>
          <a:xfrm>
            <a:off x="5471609" y="5587102"/>
            <a:ext cx="21188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Arial Nova" panose="020B0504020202020204" pitchFamily="34" charset="0"/>
              </a:rPr>
              <a:t>Ammodytes spp.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8F88D3-6A1D-8392-E5EB-DF0716296AFB}"/>
              </a:ext>
            </a:extLst>
          </p:cNvPr>
          <p:cNvSpPr txBox="1"/>
          <p:nvPr/>
        </p:nvSpPr>
        <p:spPr>
          <a:xfrm>
            <a:off x="5893178" y="679582"/>
            <a:ext cx="13620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Pollachius virens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E1E0AC-DB9F-3D79-D3FD-03F7BF83B532}"/>
              </a:ext>
            </a:extLst>
          </p:cNvPr>
          <p:cNvSpPr txBox="1"/>
          <p:nvPr/>
        </p:nvSpPr>
        <p:spPr>
          <a:xfrm>
            <a:off x="5124165" y="4776921"/>
            <a:ext cx="13206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Pholis gunnellus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C6BF11-988E-F971-779A-9AAB10527CC9}"/>
              </a:ext>
            </a:extLst>
          </p:cNvPr>
          <p:cNvSpPr txBox="1"/>
          <p:nvPr/>
        </p:nvSpPr>
        <p:spPr>
          <a:xfrm>
            <a:off x="4528273" y="3535274"/>
            <a:ext cx="13635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Scomber scombrus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AC37C8-A14F-0F4C-F344-67106BB3470A}"/>
              </a:ext>
            </a:extLst>
          </p:cNvPr>
          <p:cNvSpPr txBox="1"/>
          <p:nvPr/>
        </p:nvSpPr>
        <p:spPr>
          <a:xfrm>
            <a:off x="6795294" y="4771101"/>
            <a:ext cx="12949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Sprattus sprattus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7F6C12-67DE-6511-6392-9C9C0E74059A}"/>
              </a:ext>
            </a:extLst>
          </p:cNvPr>
          <p:cNvSpPr txBox="1"/>
          <p:nvPr/>
        </p:nvSpPr>
        <p:spPr>
          <a:xfrm>
            <a:off x="7713032" y="417290"/>
            <a:ext cx="1080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Anguilla anguilla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E4FC17-5907-2320-726E-558EE2BC788C}"/>
              </a:ext>
            </a:extLst>
          </p:cNvPr>
          <p:cNvSpPr txBox="1"/>
          <p:nvPr/>
        </p:nvSpPr>
        <p:spPr>
          <a:xfrm>
            <a:off x="8384854" y="1456618"/>
            <a:ext cx="1619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Callionymus lyra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A5390B-2BFC-F90D-4DBA-76A3B2684079}"/>
              </a:ext>
            </a:extLst>
          </p:cNvPr>
          <p:cNvSpPr txBox="1"/>
          <p:nvPr/>
        </p:nvSpPr>
        <p:spPr>
          <a:xfrm>
            <a:off x="7930186" y="5613931"/>
            <a:ext cx="11394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Conger conger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F533F2B-1FED-7761-9C85-18A9B3B44C74}"/>
              </a:ext>
            </a:extLst>
          </p:cNvPr>
          <p:cNvSpPr txBox="1"/>
          <p:nvPr/>
        </p:nvSpPr>
        <p:spPr>
          <a:xfrm>
            <a:off x="8727709" y="4574602"/>
            <a:ext cx="1270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Gadus morhua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14B70A-531F-8A14-B3E4-8277448CAF6D}"/>
              </a:ext>
            </a:extLst>
          </p:cNvPr>
          <p:cNvSpPr txBox="1"/>
          <p:nvPr/>
        </p:nvSpPr>
        <p:spPr>
          <a:xfrm>
            <a:off x="8874633" y="3535274"/>
            <a:ext cx="17742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Parablennius gattorugine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DF029C-9A06-32DD-6265-5E0D6061BF0C}"/>
              </a:ext>
            </a:extLst>
          </p:cNvPr>
          <p:cNvSpPr txBox="1"/>
          <p:nvPr/>
        </p:nvSpPr>
        <p:spPr>
          <a:xfrm>
            <a:off x="8613621" y="2495946"/>
            <a:ext cx="21047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Pomatoschistus pictus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DCBC6C-79F5-CC45-0E84-6160AE63615E}"/>
              </a:ext>
            </a:extLst>
          </p:cNvPr>
          <p:cNvSpPr txBox="1"/>
          <p:nvPr/>
        </p:nvSpPr>
        <p:spPr>
          <a:xfrm>
            <a:off x="1433829" y="460601"/>
            <a:ext cx="15245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atin typeface="Arial Nova" panose="020B0504020202020204" pitchFamily="34" charset="0"/>
              </a:rPr>
              <a:t>MiFishU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2AD7BB-FF46-2BD4-26B1-AB592671D748}"/>
              </a:ext>
            </a:extLst>
          </p:cNvPr>
          <p:cNvSpPr txBox="1"/>
          <p:nvPr/>
        </p:nvSpPr>
        <p:spPr>
          <a:xfrm>
            <a:off x="10116182" y="464606"/>
            <a:ext cx="14499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atin typeface="Arial Nova" panose="020B0504020202020204" pitchFamily="34" charset="0"/>
              </a:rPr>
              <a:t>Tele02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E114B80-4D81-F69F-B91B-4ED8BED42623}"/>
              </a:ext>
            </a:extLst>
          </p:cNvPr>
          <p:cNvSpPr/>
          <p:nvPr/>
        </p:nvSpPr>
        <p:spPr>
          <a:xfrm>
            <a:off x="4353804" y="218174"/>
            <a:ext cx="6473375" cy="6473375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 Nova" panose="020B05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B8276-7AEE-875D-EB5B-BE778E4683A3}"/>
              </a:ext>
            </a:extLst>
          </p:cNvPr>
          <p:cNvSpPr txBox="1"/>
          <p:nvPr/>
        </p:nvSpPr>
        <p:spPr>
          <a:xfrm>
            <a:off x="5797316" y="2996227"/>
            <a:ext cx="13620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Trisopterus minutus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E6CD9F-6295-030A-6DAD-52ED6E12801C}"/>
              </a:ext>
            </a:extLst>
          </p:cNvPr>
          <p:cNvSpPr txBox="1"/>
          <p:nvPr/>
        </p:nvSpPr>
        <p:spPr>
          <a:xfrm>
            <a:off x="5995905" y="2093613"/>
            <a:ext cx="20943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Pomatoschistus minutus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E512C4-8C36-531C-6F49-5CA2419AAAA0}"/>
              </a:ext>
            </a:extLst>
          </p:cNvPr>
          <p:cNvSpPr txBox="1"/>
          <p:nvPr/>
        </p:nvSpPr>
        <p:spPr>
          <a:xfrm>
            <a:off x="5692578" y="4048157"/>
            <a:ext cx="16877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Symphodus melops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44AC5F-CD87-1A62-5CD4-41A3ACE8F427}"/>
              </a:ext>
            </a:extLst>
          </p:cNvPr>
          <p:cNvSpPr txBox="1"/>
          <p:nvPr/>
        </p:nvSpPr>
        <p:spPr>
          <a:xfrm>
            <a:off x="4636608" y="2502203"/>
            <a:ext cx="13620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latin typeface="Arial Nova" panose="020B0504020202020204" pitchFamily="34" charset="0"/>
              </a:rPr>
              <a:t>Taurulus bubalis</a:t>
            </a:r>
          </a:p>
        </p:txBody>
      </p:sp>
    </p:spTree>
    <p:extLst>
      <p:ext uri="{BB962C8B-B14F-4D97-AF65-F5344CB8AC3E}">
        <p14:creationId xmlns:p14="http://schemas.microsoft.com/office/powerpoint/2010/main" val="1955097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B149864C-F704-44F7-E115-E51B7FBA8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19" y="182598"/>
            <a:ext cx="10254361" cy="6492803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78A7F099-E658-29F7-DC5E-D37CAC469CCF}"/>
              </a:ext>
            </a:extLst>
          </p:cNvPr>
          <p:cNvSpPr/>
          <p:nvPr/>
        </p:nvSpPr>
        <p:spPr>
          <a:xfrm>
            <a:off x="332010" y="2403762"/>
            <a:ext cx="914400" cy="1025237"/>
          </a:xfrm>
          <a:prstGeom prst="rect">
            <a:avLst/>
          </a:prstGeom>
          <a:solidFill>
            <a:srgbClr val="F7ED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194FF49-8B47-DE91-3CC4-5236BBB91F81}"/>
              </a:ext>
            </a:extLst>
          </p:cNvPr>
          <p:cNvSpPr/>
          <p:nvPr/>
        </p:nvSpPr>
        <p:spPr>
          <a:xfrm>
            <a:off x="332010" y="3621022"/>
            <a:ext cx="914400" cy="1025237"/>
          </a:xfrm>
          <a:prstGeom prst="rect">
            <a:avLst/>
          </a:prstGeom>
          <a:solidFill>
            <a:srgbClr val="E0AC6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31EE5BE-B5A3-D638-DE47-7B149BB3F35C}"/>
              </a:ext>
            </a:extLst>
          </p:cNvPr>
          <p:cNvSpPr/>
          <p:nvPr/>
        </p:nvSpPr>
        <p:spPr>
          <a:xfrm>
            <a:off x="332010" y="4838282"/>
            <a:ext cx="914400" cy="1025237"/>
          </a:xfrm>
          <a:prstGeom prst="rect">
            <a:avLst/>
          </a:prstGeom>
          <a:solidFill>
            <a:srgbClr val="D17D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3120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3124</TotalTime>
  <Words>51</Words>
  <Application>Microsoft Office PowerPoint</Application>
  <PresentationFormat>Widescreen</PresentationFormat>
  <Paragraphs>26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Arial Nova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ROSS, ETHAN (PGR)</dc:creator>
  <cp:lastModifiedBy>ROSS, ETHAN (PGR)</cp:lastModifiedBy>
  <cp:revision>1</cp:revision>
  <dcterms:created xsi:type="dcterms:W3CDTF">2025-07-02T15:44:57Z</dcterms:created>
  <dcterms:modified xsi:type="dcterms:W3CDTF">2026-01-13T20:38:58Z</dcterms:modified>
</cp:coreProperties>
</file>